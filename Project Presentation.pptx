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330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1A"/>
          </a:solidFill>
          <a:ln w="12700">
            <a:solidFill>
              <a:srgbClr val="0707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0D30"/>
          </a:solidFill>
          <a:ln w="12700">
            <a:solidFill>
              <a:srgbClr val="0D0D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6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FAST-NUCES  ·  ARTIFICIAL INTELLIGENCE  ·  SPRING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Smart-Distiller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Workflow Automator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· Structure · Automate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3154680"/>
            <a:ext cx="4114800" cy="0"/>
          </a:xfrm>
          <a:prstGeom prst="line">
            <a:avLst/>
          </a:prstGeom>
          <a:noFill/>
          <a:ln w="12700">
            <a:solidFill>
              <a:srgbClr val="2A2A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2918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Ghulam Mujtaba Qureshi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Syed Muhammad Muzammil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Muzammil Ali (Lead)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075688"/>
            <a:ext cx="1188720" cy="1383436"/>
          </a:xfrm>
          <a:prstGeom prst="rect">
            <a:avLst/>
          </a:prstGeom>
          <a:solidFill>
            <a:srgbClr val="1A1A3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532888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2103120"/>
            <a:ext cx="1188720" cy="1356004"/>
          </a:xfrm>
          <a:prstGeom prst="rect">
            <a:avLst/>
          </a:prstGeom>
          <a:solidFill>
            <a:srgbClr val="1A1A3E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2532888"/>
            <a:ext cx="1188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46520" y="2103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Pages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863840" y="2129345"/>
            <a:ext cx="1188720" cy="1280160"/>
          </a:xfrm>
          <a:prstGeom prst="rect">
            <a:avLst/>
          </a:prstGeom>
          <a:solidFill>
            <a:srgbClr val="1A1A3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63840" y="2560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863840" y="2103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APIs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Atif </a:t>
            </a:r>
            <a:r>
              <a:rPr lang="en-US" sz="900" dirty="0" err="1">
                <a:solidFill>
                  <a:srgbClr val="3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Luqman</a:t>
            </a:r>
            <a:r>
              <a:rPr lang="en-US" sz="900" dirty="0">
                <a:solidFill>
                  <a:srgbClr val="3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real-world challenge this project solves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011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4114800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1148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AI Smart-Distiller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Read 3–4 pages of notes manually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Hunt for every deadline and task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50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Type data into spreadsheets by hand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895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Draft and email summary to teammates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328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~45 minutes per document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767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Error-prone and repetitive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4114800" cy="34747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097280"/>
            <a:ext cx="41148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AI Smart-Distiller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572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Paste text — 10 seconds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011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extracts summary + tasks + dates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450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Google Sheets updated automatically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8895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Email report sent automatically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328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&lt; 30 seconds total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767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Consistent and accurate every 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53128" y="2834640"/>
            <a:ext cx="25603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7408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200400" y="4663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faster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set out to build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011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33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Multi-Page UI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9961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professional 4-page Streamlit app with consistent navigation and dark UI theme.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7432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33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AI Extraction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49961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LLM-based structured data extraction using GPT-4o-mini with prompt engineering.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274320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133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JSON Output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49961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a system prompt that reliably produces machine-parseable JSON with summary, tasks &amp; dates.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26080"/>
            <a:ext cx="274320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62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Google Sheets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32841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directly with Google Sheets API via service account credentials using gspread.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9260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926080"/>
            <a:ext cx="27432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962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Email Automation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32841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Gmail SMTP delivery of formatted HTML email reports via Python's smtplib.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926080"/>
            <a:ext cx="274320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962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Graceful Degradation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32841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the app provides clear error messages when API keys are unconfigured.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Approach &amp; 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and LLM-based extraction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011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429768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2976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698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Prompt → JSON Output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4114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"2-3 sentence summary.",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"tasks":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"Action item 1",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"Action item 2"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"deadlines": [{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"date": "May 1, 2026",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"context": "Final report due"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78992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78992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70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GPT-4o-mini?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Cost-effective, strong NLU, 128K context window, reliable JSON output — perfect for structured extraction tasks.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340864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340864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432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vs Keyword Search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72491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find every date. LLMs understand context — distinguishing a deadline from a historical reference. This is the core AI innovation.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602736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602736"/>
            <a:ext cx="54864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694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Understanding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98678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self-attention allows the model to resolve references, understand organizational language, and prioritize by relevance, not position.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pipeline flows from input to automation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011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1078992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long-form text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Distiller page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10512" y="19202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93392" y="118872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07899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66544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66544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 extracts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29584" y="19202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12464" y="118872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33672" y="107899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33672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85616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85616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stored and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displayed in tabs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48656" y="19202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31536" y="118872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52744" y="107899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2744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04688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04688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appended via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gspread + Service Acct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67728" y="19202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50608" y="118872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71816" y="1078992"/>
            <a:ext cx="475488" cy="47548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71816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0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SMTP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email sent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smtplib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291840"/>
            <a:ext cx="8595360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3364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Structure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67588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Home.py  ·  config.py  ·  extractor.py  ·  sheets.py  ·  mailer.py  ·  mock_mode.py  ·  pages/1_Distiller.py  ·  pages/2_Automation.py  ·  pages/3_About.py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libraries powering the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011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7899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01168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859536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859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91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" y="1956816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language for all modules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107899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078992"/>
            <a:ext cx="20116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859536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859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42032" y="1591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23744" y="1956816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Multi-page web UI framework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26864" y="107899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078992"/>
            <a:ext cx="201168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76672" y="859536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6672" y="859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18304" y="1591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GPT-4o-mini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0016" y="1956816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NLU &amp; structured JSON extraction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03136" y="107899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1078992"/>
            <a:ext cx="201168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52944" y="859536"/>
            <a:ext cx="512064" cy="51206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52944" y="859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94576" y="1591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gspread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76288" y="1956816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 read/write via service account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95351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953512"/>
            <a:ext cx="201168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4128" y="2734056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4128" y="2734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3465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google-auth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7472" y="3831336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OAuth2 service account authentication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50592" y="295351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50592" y="2953512"/>
            <a:ext cx="201168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2734056"/>
            <a:ext cx="512064" cy="51206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2734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542032" y="3465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smtplib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523744" y="3831336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Gmail SMTP email delivery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26864" y="295351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26864" y="2953512"/>
            <a:ext cx="20116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76672" y="2734056"/>
            <a:ext cx="512064" cy="51206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76672" y="2734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18304" y="3465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Awesome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700016" y="3831336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icons loaded via CDN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03136" y="295351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03136" y="2953512"/>
            <a:ext cx="2011680" cy="4754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52944" y="2734056"/>
            <a:ext cx="512064" cy="51206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52944" y="2734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894576" y="3465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Fonts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876288" y="3831336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Sora + JetBrains Mono typography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Evaluation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achieves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011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78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 sec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document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078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46120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manual process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078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APIs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17920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Automation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Sheets + Gmail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331720"/>
            <a:ext cx="5577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31720"/>
            <a:ext cx="5577840" cy="347472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3500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Outcomes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76148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correctly extracts summary, tasks and deadlines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3108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Tasks found including implicit items not in numbered lists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345643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Deadlines distinguished from historical date references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38039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Google Sheet row appended within 1–2 seconds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1513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HTML email delivered within 5–15 seconds via Gmail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449884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4 pages navigate correctly sharing session state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2331720"/>
            <a:ext cx="27889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2331720"/>
            <a:ext cx="27889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23500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27614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Requires paid OpenAI API credits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32735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Google Cloud setup needed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378561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Gmail App Password required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4297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Image-based PDFs not supported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Application Walkthrough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pages · Real AI extraction · Real automation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011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78992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54864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52728"/>
            <a:ext cx="457200" cy="4572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1:  Home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48132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with feature cards, navigation links, and live system status indicators for all APIs.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39112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39112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212848"/>
            <a:ext cx="457200" cy="4572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2:  Distiller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4414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input area with sample text pre-loaded. Run AI extraction → results in Summary / Tasks / Deadlines tabs.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999232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99232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172968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3:  Automation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4015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Google Sheets and/or Email, click Run — live status shows each step completing in real time.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959352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959352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133088"/>
            <a:ext cx="457200" cy="4572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4:  About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36168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overview, team cards, setup guide for all 3 APIs, and system architecture explanation.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and what we learned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011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78992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54864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52728"/>
            <a:ext cx="457200" cy="45720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170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LLM in Production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48132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real-world use of GPT-4o-mini beyond chatbots — structured JSON extraction via prompt engineering.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39112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39112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212848"/>
            <a:ext cx="457200" cy="4572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130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Automation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4414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displaying AI output — completing the loop with Google Sheets API and Gmail SMTP integration in Python.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999232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99232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172968"/>
            <a:ext cx="457200" cy="4572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090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Than n8n Middleware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4015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API integration replaced the originally planned n8n middleware — more reliable, fewer dependencies, deeper technical value.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959352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959352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133088"/>
            <a:ext cx="457200" cy="4572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050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Over Syntactic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36168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 extraction beats keyword/regex approaches by understanding contextual intent — the core AI contribution of this work.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088"/>
            <a:ext cx="9144000" cy="5143500"/>
          </a:xfrm>
          <a:prstGeom prst="rect">
            <a:avLst/>
          </a:prstGeom>
          <a:solidFill>
            <a:srgbClr val="07071A"/>
          </a:solidFill>
          <a:ln w="12700">
            <a:solidFill>
              <a:srgbClr val="0707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Smart-Distiller &amp; Workflow Automator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2700">
            <a:solidFill>
              <a:srgbClr val="2A2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2743200"/>
            <a:ext cx="640080" cy="640080"/>
          </a:xfrm>
          <a:prstGeom prst="ellipse">
            <a:avLst/>
          </a:prstGeom>
          <a:solidFill>
            <a:srgbClr val="1E1E4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GQ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4930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Ghulam Mujtaba Qureshi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785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24K-0535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4023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 smtClean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</a:t>
            </a: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Project Lead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2743200"/>
            <a:ext cx="640080" cy="640080"/>
          </a:xfrm>
          <a:prstGeom prst="ellipse">
            <a:avLst/>
          </a:prstGeom>
          <a:solidFill>
            <a:srgbClr val="1E1E4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4930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Syed Muhammad Muzammil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3785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24K-0887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4023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2743200"/>
            <a:ext cx="640080" cy="640080"/>
          </a:xfrm>
          <a:prstGeom prst="ellipse">
            <a:avLst/>
          </a:prstGeom>
          <a:solidFill>
            <a:srgbClr val="1E1E4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4930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Muzammil Ali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3785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24K-1023 · Lead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4023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API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Atif Luqman  ·  FAST-NUCES Karachi  ·  Spring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891</Words>
  <Application>Microsoft Office PowerPoint</Application>
  <PresentationFormat>On-screen Show (16:9)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Smart-Distiller</dc:title>
  <dc:subject>PptxGenJS Presentation</dc:subject>
  <dc:creator>Group 24K — FAST-NUCES</dc:creator>
  <cp:lastModifiedBy>PMLS</cp:lastModifiedBy>
  <cp:revision>4</cp:revision>
  <dcterms:created xsi:type="dcterms:W3CDTF">2026-04-29T03:58:48Z</dcterms:created>
  <dcterms:modified xsi:type="dcterms:W3CDTF">2026-04-29T04:10:05Z</dcterms:modified>
</cp:coreProperties>
</file>